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2570CC6-89A3-4824-BAD9-7DB6B80334FA}" v="84" dt="2025-12-21T14:13:47.1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494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5F76-DFF2-D406-8AE9-5D9F0C1D9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0769CF-BE25-4A61-23DF-23576FDC1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CC564-FEBD-30F1-AFC3-D29B131FE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72086-9260-A69C-FB6A-3B038F466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67864-0EF4-B346-7E49-1863F84A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0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DFDF-35A6-C603-3318-9003D42FF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9720-A640-A8B9-8CE1-B86B6FAD0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E32FC-DDF0-9721-8010-4BF50A15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B94DC-6576-6D5C-CDF3-A6E9699E2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696A2-2E84-A7D8-9800-D2FA3D9EF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10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ACE3E-34B3-035B-2A54-A0A2800EC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29A846-B802-B2CB-E628-5BE7C98F43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0210-8141-C925-3916-26DC27A69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2B89CB-E889-4552-E548-796DA334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CC3BC-B259-93E5-D553-03BC13997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964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04E7-7FFA-7211-E3BF-23A774D2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769133-CD98-AEF3-4FA5-DA71B4923F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80105E-95E6-E253-98AD-3698562D6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0DAA9-BF28-92AF-6F9D-D3AB6D338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DAFE90-F75A-5696-6598-09EEB1F5B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76BBD-C048-1712-B6FA-B01800064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114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C0434-AE16-B95F-E685-AF375B178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02C2F1-7993-458D-60B1-56C68CC6D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ECD605-800D-AD05-84CF-3114060B3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1AB84-715B-60DE-1CD1-976A186993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DC8DC2-F3E3-72DE-2416-A8FB24889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559E08-7A07-A903-BCD2-9C5197456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76767-FDDA-A2F9-942F-B8DBAFDDF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EB99A6-69CB-F5F9-4CEB-9D61435B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9946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3A2DD-E287-8DDB-1371-58E26A8C5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CAAA1F-D5FE-6FA5-949D-06F99B4C0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92BB4D-4F06-3A00-A8F4-91F7F6631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7EA992-E7F4-228E-0196-AE492210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920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6522F9-22BA-571C-EF12-6E3EAE509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B8E378-5EE3-BC53-5170-5495C1926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71309-3857-02A3-6F10-A26931C1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8550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DD2D-B7E3-AEB1-F94C-5960131DA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037F0-0145-89E4-2AB6-A2AAD9071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6FB74F-EF26-7952-56CD-A4920D3713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6B68B-3604-0C9F-E4D8-B590537A4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BF3BBC-0C17-C79C-FE06-F6E2976AF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E2CC6-F5CA-7829-F525-798446A41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82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94DE5-7F40-423A-7412-40B47AC95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48F264-415D-8DBF-E261-E58645958B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35B408-229D-9CFD-1174-3D6C59BFE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8BED77-F0D8-5614-B7D0-19E298319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1F87D1-A25D-ECB8-E8EA-6622D1FE5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A3FE5-ACF9-6138-B18D-4B19ADB73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717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0EA9B-6190-BBFB-5F59-1D938AC9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8DA80-0CD3-AC1A-B1D5-9011A3C174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54345-DA2C-57B6-6402-A105A4416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5BE31-F476-453E-B625-13C4621E7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CFF76-B5AA-D702-4755-A7CBF0887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57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F71101-C50E-C265-FF27-0E331F19A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0E2CB-8C99-EA9E-40D8-161168F459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5FDB5D-9E83-C804-FB8C-87723C930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DDF2D-AA8D-8FA3-A624-C8E100F34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1A2FD-862B-23D2-8AFB-94B63A7BA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3011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4F3030-9BCC-F242-FC3F-C2F2C1D3D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1468E-AEF3-029D-EF33-AF68BBF72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D5D509-F9A9-E0FC-F96A-E2AD159A58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F03732-C4A7-4D23-88DB-1D832D1D0561}" type="datetimeFigureOut">
              <a:rPr lang="en-IN" smtClean="0"/>
              <a:t>21-12-2025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8177C-D57A-9A7A-44FB-6A1848C8E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3A85-CF1C-D3EE-6A6A-EDE0E3D504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9DD96C-005D-4A13-A9ED-68BAE1DD02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275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FE8C7180-BC76-F4D8-AB3D-D91D9E1AE1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897" y="0"/>
            <a:ext cx="2731626" cy="266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A90D671-6640-8419-DB43-EFA896FDC8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27453" y="224127"/>
            <a:ext cx="9425650" cy="2669543"/>
          </a:xfrm>
        </p:spPr>
        <p:txBody>
          <a:bodyPr>
            <a:normAutofit/>
          </a:bodyPr>
          <a:lstStyle/>
          <a:p>
            <a:r>
              <a:rPr lang="en-IN" sz="3200" dirty="0"/>
              <a:t>Rungta College of Engineering and Technology, </a:t>
            </a:r>
            <a:r>
              <a:rPr lang="en-IN" sz="3200" dirty="0" err="1"/>
              <a:t>Bhilai</a:t>
            </a:r>
            <a:r>
              <a:rPr lang="en-IN" sz="3200" dirty="0"/>
              <a:t> , Chhattisgarh</a:t>
            </a:r>
            <a:br>
              <a:rPr lang="en-IN" sz="3200" dirty="0"/>
            </a:br>
            <a:r>
              <a:rPr lang="en-IN" sz="3200" dirty="0"/>
              <a:t>Department of Computer Science and Engineering </a:t>
            </a:r>
            <a:br>
              <a:rPr lang="en-IN" sz="3200" dirty="0"/>
            </a:br>
            <a:r>
              <a:rPr lang="en-IN" sz="3200" dirty="0"/>
              <a:t>(Data Science)</a:t>
            </a:r>
            <a:br>
              <a:rPr lang="en-IN" sz="3200" dirty="0"/>
            </a:br>
            <a:endParaRPr lang="en-IN" sz="36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3891F27-A24C-C034-5816-C8E897BA1B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4710" y="2442258"/>
            <a:ext cx="9757457" cy="4415742"/>
          </a:xfrm>
        </p:spPr>
        <p:txBody>
          <a:bodyPr>
            <a:normAutofit fontScale="85000" lnSpcReduction="10000"/>
          </a:bodyPr>
          <a:lstStyle/>
          <a:p>
            <a:r>
              <a:rPr lang="en-IN" sz="5400" dirty="0"/>
              <a:t>Education Performance Dashboard</a:t>
            </a:r>
          </a:p>
          <a:p>
            <a:endParaRPr lang="en-IN" sz="4000" dirty="0"/>
          </a:p>
          <a:p>
            <a:r>
              <a:rPr lang="en-IN" sz="4000" dirty="0"/>
              <a:t>Team members</a:t>
            </a:r>
          </a:p>
          <a:p>
            <a:r>
              <a:rPr lang="en-IN" sz="2800" dirty="0"/>
              <a:t>Mansi Gupta</a:t>
            </a:r>
          </a:p>
          <a:p>
            <a:r>
              <a:rPr lang="en-IN" sz="2800" dirty="0"/>
              <a:t>Richa Patel </a:t>
            </a:r>
          </a:p>
          <a:p>
            <a:r>
              <a:rPr lang="en-IN" sz="2800" dirty="0"/>
              <a:t>Muskan Bharti</a:t>
            </a:r>
          </a:p>
          <a:p>
            <a:r>
              <a:rPr lang="en-IN" sz="2800" dirty="0"/>
              <a:t>Rani Kumari</a:t>
            </a:r>
          </a:p>
          <a:p>
            <a:r>
              <a:rPr lang="en-IN" sz="2800" dirty="0"/>
              <a:t>Sakshi Tiwari</a:t>
            </a:r>
          </a:p>
          <a:p>
            <a:r>
              <a:rPr lang="en-IN" sz="2800" dirty="0"/>
              <a:t>Varsha </a:t>
            </a:r>
            <a:r>
              <a:rPr lang="en-IN" sz="2800" dirty="0" err="1"/>
              <a:t>singh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8745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1034-9B72-159B-5A36-6D4BCACA6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0C75C-8269-2769-7D2F-CDBA7E7CF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Designed by a data analyst to monitor education performance</a:t>
            </a:r>
          </a:p>
          <a:p>
            <a:r>
              <a:rPr lang="en-US" dirty="0"/>
              <a:t>Shows important data like student results, attendance, and enrollment</a:t>
            </a:r>
          </a:p>
          <a:p>
            <a:r>
              <a:rPr lang="en-US" dirty="0"/>
              <a:t>Uses charts and graphs for easy understanding</a:t>
            </a:r>
          </a:p>
          <a:p>
            <a:r>
              <a:rPr lang="en-US" dirty="0"/>
              <a:t>Helps teachers and administrators track student progress</a:t>
            </a:r>
          </a:p>
          <a:p>
            <a:r>
              <a:rPr lang="en-US" dirty="0"/>
              <a:t>Identifies strengths and weak areas in academic performance</a:t>
            </a:r>
          </a:p>
          <a:p>
            <a:r>
              <a:rPr lang="en-US" dirty="0"/>
              <a:t>Supports data-based decisions to improve education quality</a:t>
            </a:r>
          </a:p>
          <a:p>
            <a:r>
              <a:rPr lang="en-US" dirty="0"/>
              <a:t>Saves time by presenting all information in one dashboard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90961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99EA8-36C0-0AEC-4682-9B3BE8AB3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A9445D-7702-95E4-3D1A-821D2B9E7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Education systems generate large amounts of student and academic data</a:t>
            </a:r>
          </a:p>
          <a:p>
            <a:r>
              <a:rPr lang="en-US" dirty="0"/>
              <a:t>An Education Performance Dashboard organizes this data in one place</a:t>
            </a:r>
          </a:p>
          <a:p>
            <a:r>
              <a:rPr lang="en-US" dirty="0"/>
              <a:t>It is developed by a data analyst using data analysis and visualization tools</a:t>
            </a:r>
          </a:p>
          <a:p>
            <a:r>
              <a:rPr lang="en-US" dirty="0"/>
              <a:t>The dashboard shows key metrics like attendance, marks, and overall performance</a:t>
            </a:r>
          </a:p>
          <a:p>
            <a:r>
              <a:rPr lang="en-US" dirty="0"/>
              <a:t>It helps teachers, administrators, and management understand trends easily</a:t>
            </a:r>
          </a:p>
          <a:p>
            <a:r>
              <a:rPr lang="en-US" dirty="0"/>
              <a:t>Supports quick and accurate decision-making</a:t>
            </a:r>
          </a:p>
          <a:p>
            <a:r>
              <a:rPr lang="en-US" dirty="0"/>
              <a:t>Aims to improve student outcomes and educational quality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2701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1959-CDE3-4CC0-F650-D1371F43C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21ECCE-A479-2D59-304F-869702CC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Educational data is often scattered across multiple sources</a:t>
            </a:r>
          </a:p>
          <a:p>
            <a:r>
              <a:rPr lang="en-US" dirty="0"/>
              <a:t>Manual analysis of student performance is time-consuming and error-prone</a:t>
            </a:r>
          </a:p>
          <a:p>
            <a:r>
              <a:rPr lang="en-US" dirty="0"/>
              <a:t>Lack of clear visualization makes it difficult to understand trends</a:t>
            </a:r>
          </a:p>
          <a:p>
            <a:r>
              <a:rPr lang="en-US" dirty="0"/>
              <a:t>Teachers and administrators struggle to identify weak and strong areas</a:t>
            </a:r>
          </a:p>
          <a:p>
            <a:r>
              <a:rPr lang="en-US" dirty="0"/>
              <a:t>Decision-making is often based on assumptions rather than data</a:t>
            </a:r>
          </a:p>
          <a:p>
            <a:r>
              <a:rPr lang="en-US" dirty="0"/>
              <a:t>There is a need for a centralized dashboard to monitor education performance effectively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4059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B5503-93AD-7849-BF2B-A87E52C5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Survey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9C989-08E3-E1AA-15AE-FD25EF992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Many researchers highlight the importance of data visualization in education for quick understanding of performance.</a:t>
            </a:r>
          </a:p>
          <a:p>
            <a:r>
              <a:rPr lang="en-US" dirty="0"/>
              <a:t>Studies show dashboards help teachers and administrators track student outcomes more efficiently than traditional reports.</a:t>
            </a:r>
          </a:p>
          <a:p>
            <a:r>
              <a:rPr lang="en-US" dirty="0"/>
              <a:t>Previous work emphasizes using indicators like attendance, grades, and student behavior to improve learning support.</a:t>
            </a:r>
          </a:p>
          <a:p>
            <a:r>
              <a:rPr lang="en-US" dirty="0"/>
              <a:t>Research suggests that interactive dashboards increase engagement and help in timely decision-making.</a:t>
            </a:r>
          </a:p>
          <a:p>
            <a:r>
              <a:rPr lang="en-US" dirty="0"/>
              <a:t>Literature also points out challenges like data quality, integration from different sources, and ensuring real-time updates.</a:t>
            </a:r>
          </a:p>
          <a:p>
            <a:r>
              <a:rPr lang="en-US" dirty="0"/>
              <a:t>Most studies conclude that performance dashboards improve transparency and support better educational planning.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8730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97BEE-6B96-174E-A59A-32AFF9FE3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3B2ABE-B6ED-A46B-D12C-D7A4F5796C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3"/>
            <a:ext cx="5253361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Preprocessing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Analysis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Visualization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Development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Monitoring &amp; Decision Support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7" name="Picture 3" descr="5 Stages of the Data Processing Cycle Explained - eDataIndia">
            <a:extLst>
              <a:ext uri="{FF2B5EF4-FFF2-40B4-BE49-F238E27FC236}">
                <a16:creationId xmlns:a16="http://schemas.microsoft.com/office/drawing/2014/main" id="{EA77D63C-3119-0D51-181F-05C881C9E6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5893" y="1805651"/>
            <a:ext cx="6213677" cy="3106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2318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DBF7A-63E7-B6EC-49B8-63EB74A90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195" y="365125"/>
            <a:ext cx="11168605" cy="1142071"/>
          </a:xfrm>
        </p:spPr>
        <p:txBody>
          <a:bodyPr/>
          <a:lstStyle/>
          <a:p>
            <a:r>
              <a:rPr lang="en-IN" dirty="0"/>
              <a:t>Reference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1B4976-6137-4AEB-BE8D-D50138860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13" y="1290646"/>
            <a:ext cx="10971835" cy="4753277"/>
          </a:xfrm>
        </p:spPr>
        <p:txBody>
          <a:bodyPr/>
          <a:lstStyle/>
          <a:p>
            <a:r>
              <a:rPr lang="en-IN" dirty="0"/>
              <a:t>Python</a:t>
            </a:r>
          </a:p>
          <a:p>
            <a:r>
              <a:rPr lang="en-IN" dirty="0"/>
              <a:t>R</a:t>
            </a:r>
          </a:p>
          <a:p>
            <a:r>
              <a:rPr lang="en-IN" dirty="0"/>
              <a:t>Excel</a:t>
            </a:r>
          </a:p>
          <a:p>
            <a:r>
              <a:rPr lang="en-IN" dirty="0"/>
              <a:t>SQL</a:t>
            </a:r>
          </a:p>
          <a:p>
            <a:r>
              <a:rPr lang="en-IN" dirty="0"/>
              <a:t>Power BI</a:t>
            </a:r>
          </a:p>
          <a:p>
            <a:r>
              <a:rPr lang="en-IN" dirty="0"/>
              <a:t>Tableau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399104-1CFF-6666-496C-93329B715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6508" y="1156079"/>
            <a:ext cx="2145978" cy="2139881"/>
          </a:xfrm>
          <a:prstGeom prst="rect">
            <a:avLst/>
          </a:prstGeom>
        </p:spPr>
      </p:pic>
      <p:pic>
        <p:nvPicPr>
          <p:cNvPr id="4112" name="Picture 16" descr="Download Microsoft Excel Logo in SVG ...">
            <a:extLst>
              <a:ext uri="{FF2B5EF4-FFF2-40B4-BE49-F238E27FC236}">
                <a16:creationId xmlns:a16="http://schemas.microsoft.com/office/drawing/2014/main" id="{DD933F99-0EC4-A136-30AF-FEA36FF9D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111" y="3089898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14" name="Picture 18" descr="Understand What is Power BI - IABAC">
            <a:extLst>
              <a:ext uri="{FF2B5EF4-FFF2-40B4-BE49-F238E27FC236}">
                <a16:creationId xmlns:a16="http://schemas.microsoft.com/office/drawing/2014/main" id="{B3DFCD5D-54FC-97FD-9BEF-6A0E5868D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2" y="4852979"/>
            <a:ext cx="31908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D6E8DF6-0874-792D-F749-D6443BFC81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883" y="1027659"/>
            <a:ext cx="2603621" cy="2017447"/>
          </a:xfrm>
          <a:prstGeom prst="rect">
            <a:avLst/>
          </a:prstGeom>
        </p:spPr>
      </p:pic>
      <p:pic>
        <p:nvPicPr>
          <p:cNvPr id="4118" name="Picture 22" descr="What is SQL? - Tech Monitor">
            <a:extLst>
              <a:ext uri="{FF2B5EF4-FFF2-40B4-BE49-F238E27FC236}">
                <a16:creationId xmlns:a16="http://schemas.microsoft.com/office/drawing/2014/main" id="{439049DD-C534-A95D-647B-31152772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6393" y="3127620"/>
            <a:ext cx="4434691" cy="2328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194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075D0-25F0-8474-9578-73F4B5FCE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A5A5C78-4D70-7723-B7A7-2E4F51185C4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2302988"/>
            <a:ext cx="8953983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dashboard provides a clear and visual view of student performance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identify high-performing and low-performing students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trends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attendance, marks, and overall results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Reduces manual effort and time in analyzing educational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Improves accuracy and consistency in performance reporting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Enables quick comparison across classes, subjects, or academic years</a:t>
            </a:r>
          </a:p>
        </p:txBody>
      </p:sp>
    </p:spTree>
    <p:extLst>
      <p:ext uri="{BB962C8B-B14F-4D97-AF65-F5344CB8AC3E}">
        <p14:creationId xmlns:p14="http://schemas.microsoft.com/office/powerpoint/2010/main" val="2362789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E59C-3F05-4E83-2A84-0B9374FF0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61BD-D7FB-F12A-A69C-B66CFF9DC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Education Performance Dashboard is an effective tool for performance monitoring</a:t>
            </a:r>
          </a:p>
          <a:p>
            <a:r>
              <a:rPr lang="en-US" dirty="0"/>
              <a:t>It supports data-driven decision-making in the education sector</a:t>
            </a:r>
          </a:p>
          <a:p>
            <a:r>
              <a:rPr lang="en-US" dirty="0"/>
              <a:t>Helps teachers and administrators take timely corrective actions</a:t>
            </a:r>
          </a:p>
          <a:p>
            <a:r>
              <a:rPr lang="en-US" dirty="0"/>
              <a:t>Enhances transparency and understanding of academic outcomes</a:t>
            </a:r>
          </a:p>
          <a:p>
            <a:r>
              <a:rPr lang="en-US" dirty="0"/>
              <a:t>Overall, it contributes to improving the quality of education and student success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3632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525</TotalTime>
  <Words>461</Words>
  <Application>Microsoft Office PowerPoint</Application>
  <PresentationFormat>Widescreen</PresentationFormat>
  <Paragraphs>77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Rungta College of Engineering and Technology, Bhilai , Chhattisgarh Department of Computer Science and Engineering  (Data Science) </vt:lpstr>
      <vt:lpstr>Abstract</vt:lpstr>
      <vt:lpstr>Introduction</vt:lpstr>
      <vt:lpstr>Problem statement</vt:lpstr>
      <vt:lpstr>Literature Survey</vt:lpstr>
      <vt:lpstr>Proposed Methodology</vt:lpstr>
      <vt:lpstr>Reference</vt:lpstr>
      <vt:lpstr>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Muskan Bharti</dc:creator>
  <cp:lastModifiedBy>Muskan Bharti</cp:lastModifiedBy>
  <cp:revision>4</cp:revision>
  <dcterms:created xsi:type="dcterms:W3CDTF">2025-12-21T05:51:11Z</dcterms:created>
  <dcterms:modified xsi:type="dcterms:W3CDTF">2025-12-21T14:56:02Z</dcterms:modified>
</cp:coreProperties>
</file>